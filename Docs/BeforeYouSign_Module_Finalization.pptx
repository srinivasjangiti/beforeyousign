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47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914" y="28135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BeforeYouSign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00935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Finalization &amp; Implementation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15993" y="1561514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91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Module Breakdown &amp; Task Distribution</a:t>
            </a:r>
          </a:p>
          <a:p>
            <a:pPr marL="0" indent="0" algn="ctr">
              <a:buNone/>
            </a:pPr>
            <a:endParaRPr lang="en-US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Presented by: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Srinivas Jangiti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srinivasajangiti@gmail.com  |  +91 8767505121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Date: February 5-7,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Modules | 42 Sub-modules | 156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5544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554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15544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494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251460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34440" y="329184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Sharing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310896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2918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74320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Marketplace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425196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0680" y="32918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84632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Billing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425196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Features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310896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43800" y="32918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94944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Analytics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25196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User Management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6517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5727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8928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Integration (Google, LinkedIn)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2128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532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1729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109728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097280"/>
            <a:ext cx="26517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2070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20440" y="16002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730752" y="15727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CRUD Operations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19202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730752" y="18928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Upload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224028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730752" y="22128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25603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730752" y="2532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Settings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20440" y="288036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3730752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Statistics 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1097280"/>
            <a:ext cx="26517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12070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55080" y="16002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15727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192024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6565392" y="18928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224028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22128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25603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6565392" y="2532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Suspension/Deactivation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288036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6565392" y="28529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Contract 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1682496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3619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087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 (PDF, DOCX, TXT)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2821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Interface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97510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476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1945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1671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41401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386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Scanning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263347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60604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560320"/>
            <a:ext cx="3840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6032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6334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9992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97180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Documents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321868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19125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Preservation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343814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41071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36576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6301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387705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384962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1097280"/>
            <a:ext cx="3840480" cy="1682496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11704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" y="153619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15087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" y="175564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172821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Categories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" y="197510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194767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System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" y="21945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21671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" y="241401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238658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Archive/Delete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" y="263347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260604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 Multiple Formats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2560320"/>
            <a:ext cx="3840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256032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26334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Parsing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983480" y="29992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1" name="Text 49"/>
          <p:cNvSpPr/>
          <p:nvPr/>
        </p:nvSpPr>
        <p:spPr>
          <a:xfrm>
            <a:off x="5166360" y="297180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Segmentation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83480" y="321868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3" name="Text 51"/>
          <p:cNvSpPr/>
          <p:nvPr/>
        </p:nvSpPr>
        <p:spPr>
          <a:xfrm>
            <a:off x="5166360" y="319125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Identification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83480" y="343814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5" name="Text 53"/>
          <p:cNvSpPr/>
          <p:nvPr/>
        </p:nvSpPr>
        <p:spPr>
          <a:xfrm>
            <a:off x="5166360" y="341071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Extraction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83480" y="36576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7" name="Text 55"/>
          <p:cNvSpPr/>
          <p:nvPr/>
        </p:nvSpPr>
        <p:spPr>
          <a:xfrm>
            <a:off x="5166360" y="36301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Identification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83480" y="387705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9" name="Text 57"/>
          <p:cNvSpPr/>
          <p:nvPr/>
        </p:nvSpPr>
        <p:spPr>
          <a:xfrm>
            <a:off x="5166360" y="384962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Extraction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AI Analysis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6733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6550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Transfer Identification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6733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679192" y="16550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Liability Clauses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1929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19110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Detection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929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2679192" y="19110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Clause Analysis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21854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21671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Non-compete Clauses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14600" y="21854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679192" y="21671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Rights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280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Translation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16733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148072" y="16550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Legalese to Plain English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12280" y="16733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16550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Simplification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83480" y="1929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148072" y="19110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929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976872" y="19110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Level Analysis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3480" y="21854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5148072" y="21671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Generation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283464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2834640"/>
            <a:ext cx="384048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Assistant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33192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" y="3300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Counter-proposal Generation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33192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2679192" y="3300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Benchmarking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5800" y="3575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" y="3557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Alternatives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14600" y="3575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2679192" y="3557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Suggestions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5800" y="383133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" y="38130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Strategy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283464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Predictor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983480" y="33192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7"/>
          <p:cNvSpPr/>
          <p:nvPr/>
        </p:nvSpPr>
        <p:spPr>
          <a:xfrm>
            <a:off x="5148072" y="3300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Probability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33192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Text 49"/>
          <p:cNvSpPr/>
          <p:nvPr/>
        </p:nvSpPr>
        <p:spPr>
          <a:xfrm>
            <a:off x="6976872" y="3300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983480" y="3575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Text 51"/>
          <p:cNvSpPr/>
          <p:nvPr/>
        </p:nvSpPr>
        <p:spPr>
          <a:xfrm>
            <a:off x="5148072" y="3557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12280" y="3575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Text 53"/>
          <p:cNvSpPr/>
          <p:nvPr/>
        </p:nvSpPr>
        <p:spPr>
          <a:xfrm>
            <a:off x="6976872" y="3557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(0-100)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83480" y="383133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7" name="Text 55"/>
          <p:cNvSpPr/>
          <p:nvPr/>
        </p:nvSpPr>
        <p:spPr>
          <a:xfrm>
            <a:off x="5148072" y="38130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Document Generation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61872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18488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Voice-to-Contract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8653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37944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Generation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0848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574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Library (5000+)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276856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Clause Creation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2523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96312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88720"/>
            <a:ext cx="256032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261872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Builder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618488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Editor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01568" y="18653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1837944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0848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20574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Insertion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01568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276856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Versioning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01568" y="2523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2496312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11887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188720"/>
            <a:ext cx="256032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1261872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44768" y="16459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618488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18653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37944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Templates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44768" y="208483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20574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Customization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44768" y="23042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2276856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Sharing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44768" y="2523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496312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Categories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29260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645920" y="2926080"/>
            <a:ext cx="27432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1755648" y="299923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Download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755648" y="3383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1920240" y="3355848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55648" y="36027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9" name="Text 47"/>
          <p:cNvSpPr/>
          <p:nvPr/>
        </p:nvSpPr>
        <p:spPr>
          <a:xfrm>
            <a:off x="1920240" y="3575304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Export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755648" y="38221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1" name="Text 49"/>
          <p:cNvSpPr/>
          <p:nvPr/>
        </p:nvSpPr>
        <p:spPr>
          <a:xfrm>
            <a:off x="1920240" y="3794760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Integration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755648" y="40416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3" name="Text 51"/>
          <p:cNvSpPr/>
          <p:nvPr/>
        </p:nvSpPr>
        <p:spPr>
          <a:xfrm>
            <a:off x="1920240" y="4014216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55648" y="42611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Text 53"/>
          <p:cNvSpPr/>
          <p:nvPr/>
        </p:nvSpPr>
        <p:spPr>
          <a:xfrm>
            <a:off x="1920240" y="4233672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Export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29260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72000" y="2926080"/>
            <a:ext cx="27432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8" name="Text 56"/>
          <p:cNvSpPr/>
          <p:nvPr/>
        </p:nvSpPr>
        <p:spPr>
          <a:xfrm>
            <a:off x="4681728" y="299923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81728" y="33832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3355848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Tracking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81728" y="36027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3575304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Versions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81728" y="38221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Text 62"/>
          <p:cNvSpPr/>
          <p:nvPr/>
        </p:nvSpPr>
        <p:spPr>
          <a:xfrm>
            <a:off x="4846320" y="3794760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Previous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81728" y="40416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4014216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81728" y="42611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Text 66"/>
          <p:cNvSpPr/>
          <p:nvPr/>
        </p:nvSpPr>
        <p:spPr>
          <a:xfrm>
            <a:off x="4846320" y="4233672"/>
            <a:ext cx="2359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Viewer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5-8: Supporting Systems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 Collaboration &amp; Sharing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6824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14600" y="170078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16824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93852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19202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&amp; Annotation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93852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19202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Management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21762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2157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21762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2679192" y="2157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4140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" y="23957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Link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24140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23957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Shared Reports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280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 Lawyer Marketplace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83480" y="170078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148072" y="16824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Profiles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170078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976872" y="16824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Filter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83480" y="193852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148072" y="19202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Reviews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2280" y="193852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976872" y="19202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Calendar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83480" y="217627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5148072" y="2157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12280" y="217627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6976872" y="21579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83480" y="2414016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148072" y="23957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Sharing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2280" y="2414016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6976872" y="23957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3108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 Payment &amp; Billing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5800" y="35295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" y="3511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14600" y="352958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2679192" y="3511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376732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" y="37490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14600" y="376732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2679192" y="37490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5800" y="40050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" y="39867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Management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14600" y="40050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2679192" y="39867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Billing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5800" y="424281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850392" y="42245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System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14600" y="424281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2679192" y="42245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Calculation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46320" y="30175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4983480" y="3108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8:  Admin &amp; Analytics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983480" y="352958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Text 62"/>
          <p:cNvSpPr/>
          <p:nvPr/>
        </p:nvSpPr>
        <p:spPr>
          <a:xfrm>
            <a:off x="5148072" y="3511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Dashboard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812280" y="352958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6976872" y="3511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Analytics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983480" y="37673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6"/>
          <p:cNvSpPr/>
          <p:nvPr/>
        </p:nvSpPr>
        <p:spPr>
          <a:xfrm>
            <a:off x="5148072" y="37490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Reports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12280" y="376732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0" name="Text 68"/>
          <p:cNvSpPr/>
          <p:nvPr/>
        </p:nvSpPr>
        <p:spPr>
          <a:xfrm>
            <a:off x="6976872" y="374904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Metrics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983480" y="40050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70"/>
          <p:cNvSpPr/>
          <p:nvPr/>
        </p:nvSpPr>
        <p:spPr>
          <a:xfrm>
            <a:off x="5148072" y="39867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Monitoring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812280" y="40050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72"/>
          <p:cNvSpPr/>
          <p:nvPr/>
        </p:nvSpPr>
        <p:spPr>
          <a:xfrm>
            <a:off x="6976872" y="39867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983480" y="424281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6" name="Text 74"/>
          <p:cNvSpPr/>
          <p:nvPr/>
        </p:nvSpPr>
        <p:spPr>
          <a:xfrm>
            <a:off x="5148072" y="42245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Panel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812280" y="424281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Text 76"/>
          <p:cNvSpPr/>
          <p:nvPr/>
        </p:nvSpPr>
        <p:spPr>
          <a:xfrm>
            <a:off x="6976872" y="422452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Development Approach (8 Months)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109728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44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Jan-Feb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3898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User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Contract Processing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3898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profiles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&amp; parsing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63840" y="1536192"/>
            <a:ext cx="640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5361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94560"/>
            <a:ext cx="109728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91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Mar-Apr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3042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AI Analysis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Document Generation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3042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detection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drafting tools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2450592"/>
            <a:ext cx="64008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4505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109728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735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May-Jun 2026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2186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Collaboration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Lawyer Marketplace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2186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booking system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3364992"/>
            <a:ext cx="64008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33649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023360"/>
            <a:ext cx="109728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879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Jul-Aug 2026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413308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Payment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8: Admin &amp; Analytics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33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63840" y="4279392"/>
            <a:ext cx="64008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4279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 &amp; Team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6517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6187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Team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Developers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64592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Interface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 Upload UI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2130552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Analysis 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2295144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 Builder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Next.js, TypeScript, Tailwind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88720"/>
            <a:ext cx="2651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26187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Team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Developers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164592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93008" y="1801368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Development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93008" y="196596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Processing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93008" y="2130552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Design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93008" y="2295144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3008" y="251460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Node.js, Express, PostgreSQL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261872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Team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Specialists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164592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27648" y="1801368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Analysis Engine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27648" y="196596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Detection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27648" y="2130552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NLP Processing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27648" y="2295144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Model Training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27648" y="2514600"/>
            <a:ext cx="243230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Python, TensorFlow, OpenAI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301752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017520"/>
            <a:ext cx="274320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09067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Team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Engineer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" y="3474720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3630168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8368" y="3794760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Infrastructure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" y="3959352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" y="4123944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4343400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AWS, Docker, GitHub Actions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83280" y="3017520"/>
            <a:ext cx="2743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83280" y="3017520"/>
            <a:ext cx="27432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3493008" y="3090672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Testers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93008" y="3474720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93008" y="3630168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Automation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93008" y="3794760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Testing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93008" y="3959352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Testing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93008" y="4123944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Audit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93008" y="4343400"/>
            <a:ext cx="252374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Jest, Cypress, Selenium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Framework with 2-Week Sprints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258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sprint goals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2670048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2642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3054096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30266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3438144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28346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743200" y="1371600"/>
            <a:ext cx="18288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137160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228600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090672" y="2258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2670048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090672" y="2642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80360" y="305409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090672" y="30266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80360" y="3438144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090672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8346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754880" y="1371600"/>
            <a:ext cx="18288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371600"/>
            <a:ext cx="18288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2286000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2258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2670048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5102352" y="2642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054096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5102352" y="30266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3438144"/>
            <a:ext cx="137160" cy="1371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5102352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29400" y="28346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766560" y="1371600"/>
            <a:ext cx="18288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0" y="1965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28600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7114032" y="2258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stakeholders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03720" y="2670048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7114032" y="2642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03720" y="3054096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7114032" y="302666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backlog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03720" y="3438144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7114032" y="3410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&amp;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618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Coverage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Jest, React Testing Library, Mocha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019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Approach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9202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9019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External APIs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031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212140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1031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2618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6733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Supertest, Cypress, Postman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92024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9019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12280" y="192024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9019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83480" y="21214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1031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Communication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21214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21031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30175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0906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Stress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35021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Artillery, k6, Lighthouse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3749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7307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37307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" y="395020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9319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Monitoring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395020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39319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017520"/>
            <a:ext cx="384048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017520"/>
            <a:ext cx="38404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0906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83480" y="35021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OWASP ZAP, Snyk, SonarQube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83480" y="37490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37307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37490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7307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83480" y="39502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0" y="39319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39502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949440" y="393192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Mitigation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53312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984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29844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0" y="1298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training, Human validation loop, Confidence thresholds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12984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975104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202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Breach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9202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9202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Regular audits, Compliance monitoring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19202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432304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596896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542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542032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542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testing, Auto-scaling, CDN implementation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5420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Team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54096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218688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1638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Failures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316382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1638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mechanisms, Rate limiting, Circuit breakers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67588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384048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37856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Delays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78561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378561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time, Parallel development, Regular reviews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37856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" y="4462272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44074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440740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49040" y="44074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research, Beta testing, Feedback loops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4074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" y="914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914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49040" y="9144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9144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07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KPIs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80%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441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Success Rate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081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2x/week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7216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 hour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188720"/>
            <a:ext cx="25603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07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KPIs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023360" y="1801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23360" y="2441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Time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30s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023360" y="3081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4.5/5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23360" y="37216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60%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188720"/>
            <a:ext cx="25603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307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66560" y="18013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Growth Rate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20%/month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66560" y="2441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User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$15/month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30815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💯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766560" y="37216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11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50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Finalization Complete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Agile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200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 Core Modules Defined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3456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156 Features Documented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3712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4-Phase Implementation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Team Structure Finalized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Sprint 1 Kickoff - February 10,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 Jangiti | srinivasajangiti@gmail.com | +91 8767505121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1092</Words>
  <Application>Microsoft Office PowerPoint</Application>
  <PresentationFormat>On-screen Show (16:9)</PresentationFormat>
  <Paragraphs>395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BeforeYouSign - Module Finalization</dc:title>
  <dc:subject>PptxGenJS Presentation</dc:subject>
  <dc:creator>Srinivas Jangiti</dc:creator>
  <cp:lastModifiedBy>Srinivas Jangiti</cp:lastModifiedBy>
  <cp:revision>2</cp:revision>
  <dcterms:created xsi:type="dcterms:W3CDTF">2026-02-11T05:58:06Z</dcterms:created>
  <dcterms:modified xsi:type="dcterms:W3CDTF">2026-02-11T06:11:11Z</dcterms:modified>
</cp:coreProperties>
</file>
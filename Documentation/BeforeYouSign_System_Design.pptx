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1" d="100"/>
          <a:sy n="121" d="100"/>
        </p:scale>
        <p:origin x="346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686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BeforeYouSign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07650" y="12115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705829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07650" y="280468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Design Documentation</a:t>
            </a:r>
          </a:p>
          <a:p>
            <a:pPr marL="0" indent="0" algn="ctr">
              <a:buNone/>
            </a:pPr>
            <a:endParaRPr lang="en-US" dirty="0">
              <a:solidFill>
                <a:srgbClr val="F5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800" dirty="0">
              <a:solidFill>
                <a:srgbClr val="F5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dirty="0">
              <a:solidFill>
                <a:srgbClr val="F5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800" dirty="0">
              <a:solidFill>
                <a:srgbClr val="F5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dirty="0">
              <a:solidFill>
                <a:srgbClr val="F5F5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GB" b="1" dirty="0">
                <a:solidFill>
                  <a:schemeClr val="bg1"/>
                </a:solidFill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GB" b="1" dirty="0">
                <a:solidFill>
                  <a:schemeClr val="bg1"/>
                </a:solidFill>
                <a:cs typeface="Times New Roman" panose="02020603050405020304" pitchFamily="18" charset="0"/>
              </a:rPr>
              <a:t>Srinivas Jangiti</a:t>
            </a:r>
          </a:p>
          <a:p>
            <a:pPr algn="ctr"/>
            <a:r>
              <a:rPr lang="en-GB" b="1" dirty="0">
                <a:solidFill>
                  <a:schemeClr val="bg1"/>
                </a:solidFill>
                <a:cs typeface="Times New Roman" panose="02020603050405020304" pitchFamily="18" charset="0"/>
              </a:rPr>
              <a:t>srinivasajangiti@gmail.com  |  +91 8767505121</a:t>
            </a:r>
            <a:endParaRPr lang="en-US" sz="18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Date: January 12-19,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25272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system components and interactions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9280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Diagrams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workflows and user journeys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5328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(DFD)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data flow representation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17296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and relationships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81304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Diagrams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interactions and system functionalities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164592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070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1207008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 •  Mobile App  •  Desktop Client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0" cy="228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786384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28800"/>
            <a:ext cx="164592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385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1938528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 •  Authentication  •  Rate Limiting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423160"/>
            <a:ext cx="0" cy="228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560320"/>
            <a:ext cx="164592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7004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2670048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Analysis  •  AI Processing  •  User Management  •  Payment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3154680"/>
            <a:ext cx="0" cy="228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291840"/>
            <a:ext cx="164592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015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68880" y="3401568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•  MongoDB  •  Redis Cache  •  Vector DB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3886200"/>
            <a:ext cx="0" cy="228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023360"/>
            <a:ext cx="164592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3308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8880" y="4133088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 •  Blockchain  •  E-signature  •  Email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Process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Analysis Workflow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4630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381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5544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Contract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PDF/DOCX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57400" y="1920240"/>
            <a:ext cx="9144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194560" y="1371600"/>
            <a:ext cx="14630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554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2148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&amp; metadata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03320" y="1920240"/>
            <a:ext cx="9144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840480" y="1371600"/>
            <a:ext cx="14630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381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931920" y="2148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 &amp; scoring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49240" y="1920240"/>
            <a:ext cx="9144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486400" y="1371600"/>
            <a:ext cx="14630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381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9320" y="1554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77840" y="2148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 summary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95160" y="1920240"/>
            <a:ext cx="9144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7132320" y="1371600"/>
            <a:ext cx="14630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381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15544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23760" y="2148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Q&amp;A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Workflows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3108960"/>
            <a:ext cx="2651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3182112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318211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Authentication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83280" y="3108960"/>
            <a:ext cx="2651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56432" y="3182112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3749040" y="318211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Contract Drafting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108960"/>
            <a:ext cx="2651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1072" y="3182112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318211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Assistant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3566160"/>
            <a:ext cx="2651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" y="3639312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363931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Consultation Booking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83280" y="3566160"/>
            <a:ext cx="2651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6432" y="3639312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3" name="Text 41"/>
          <p:cNvSpPr/>
          <p:nvPr/>
        </p:nvSpPr>
        <p:spPr>
          <a:xfrm>
            <a:off x="3749040" y="363931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&amp; Sharing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3566160"/>
            <a:ext cx="26517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91072" y="3639312"/>
            <a:ext cx="219456" cy="21945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0" y="363931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- Level 0 (Context)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0" y="2011680"/>
            <a:ext cx="1828800" cy="109728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0" y="2331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BeforeYouSign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10972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691640"/>
            <a:ext cx="2103120" cy="1417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8" name="Text 6"/>
          <p:cNvSpPr/>
          <p:nvPr/>
        </p:nvSpPr>
        <p:spPr>
          <a:xfrm>
            <a:off x="228600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2331720"/>
            <a:ext cx="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2103120" y="2377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0" y="1371600"/>
            <a:ext cx="10972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2331720"/>
            <a:ext cx="1371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5669280" y="2377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691640"/>
            <a:ext cx="0" cy="1417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6" name="Text 14"/>
          <p:cNvSpPr/>
          <p:nvPr/>
        </p:nvSpPr>
        <p:spPr>
          <a:xfrm>
            <a:off x="548640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3200400"/>
            <a:ext cx="10972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2788920"/>
            <a:ext cx="0" cy="7315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210312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3200400"/>
            <a:ext cx="10972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3337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2788920"/>
            <a:ext cx="1371600" cy="7315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5669280" y="3291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3520440"/>
            <a:ext cx="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548640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- Level 1 (Detailed)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1188720" cy="822960"/>
          </a:xfrm>
          <a:prstGeom prst="ellipse">
            <a:avLst/>
          </a:prstGeom>
          <a:solidFill>
            <a:srgbClr val="0891B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463040" y="1600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0" y="1371600"/>
            <a:ext cx="1188720" cy="822960"/>
          </a:xfrm>
          <a:prstGeom prst="ellipse">
            <a:avLst/>
          </a:prstGeom>
          <a:solidFill>
            <a:srgbClr val="02809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0" y="1600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1188720" cy="822960"/>
          </a:xfrm>
          <a:prstGeom prst="ellipse">
            <a:avLst/>
          </a:prstGeom>
          <a:solidFill>
            <a:srgbClr val="00A89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6002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3200400"/>
            <a:ext cx="1188720" cy="822960"/>
          </a:xfrm>
          <a:prstGeom prst="ellipse">
            <a:avLst/>
          </a:prstGeom>
          <a:solidFill>
            <a:srgbClr val="02C39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3429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3200400"/>
            <a:ext cx="1188720" cy="822960"/>
          </a:xfrm>
          <a:prstGeom prst="ellipse">
            <a:avLst/>
          </a:prstGeom>
          <a:solidFill>
            <a:srgbClr val="7C3AE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0" y="3429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146304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51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User Database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0" y="2560320"/>
            <a:ext cx="146304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651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D2: Contract Repository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0" y="2560320"/>
            <a:ext cx="146304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651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D3: Analysis Cache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0" y="1737360"/>
            <a:ext cx="1280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297180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0" y="1737360"/>
            <a:ext cx="1371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548640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7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995160" y="2194560"/>
            <a:ext cx="0" cy="10058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4869180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371600" y="219456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1051560" y="2240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480560" y="2194560"/>
            <a:ext cx="36576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4434840" y="2240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7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&amp; Relationships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828800" cy="1106424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371600"/>
            <a:ext cx="18288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62763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1560" y="1773936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1560" y="2066544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2212848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subscription_type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51560" y="235915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0" y="1371600"/>
            <a:ext cx="1828800" cy="1106424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371600"/>
            <a:ext cx="18288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41732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77640" y="162763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contract_id (PK)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77640" y="1773936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77640" y="192024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file_path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977640" y="2066544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upload_date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977640" y="2212848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77640" y="235915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file_type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66560" y="1371600"/>
            <a:ext cx="18288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371600"/>
            <a:ext cx="18288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41732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162763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analysis_id (PK)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03720" y="1773936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contract_id (FK)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03720" y="192024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03720" y="2066544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03720" y="2212848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14400" y="3200400"/>
            <a:ext cx="18288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4400" y="3200400"/>
            <a:ext cx="18288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324612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345643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clause_id (PK)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1560" y="3602736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contract_id (FK)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1560" y="374904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clause_text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1560" y="3895344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clause_type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1560" y="4041648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risk_level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0" y="3200400"/>
            <a:ext cx="18288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0" y="3200400"/>
            <a:ext cx="18288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3931920" y="324612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977640" y="345643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977640" y="3602736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977640" y="374904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977640" y="3895344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77640" y="4041648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payment_date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766560" y="3200400"/>
            <a:ext cx="18288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766560" y="3200400"/>
            <a:ext cx="18288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0" y="324612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903720" y="3456432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lawyer_id (PK)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903720" y="3602736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03720" y="3749040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903720" y="3895344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903720" y="4041648"/>
            <a:ext cx="15544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hourly_rate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0" y="1828800"/>
            <a:ext cx="10972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3154680" y="1737360"/>
            <a:ext cx="274320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6" name="Text 54"/>
          <p:cNvSpPr/>
          <p:nvPr/>
        </p:nvSpPr>
        <p:spPr>
          <a:xfrm>
            <a:off x="3017520" y="150876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017520" y="2029968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669280" y="1828800"/>
            <a:ext cx="10972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6080760" y="1737360"/>
            <a:ext cx="274320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0" name="Text 58"/>
          <p:cNvSpPr/>
          <p:nvPr/>
        </p:nvSpPr>
        <p:spPr>
          <a:xfrm>
            <a:off x="5943600" y="150876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943600" y="2029968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754880" y="2011680"/>
            <a:ext cx="0" cy="1371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3154680" y="2606040"/>
            <a:ext cx="274320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4" name="Text 62"/>
          <p:cNvSpPr/>
          <p:nvPr/>
        </p:nvSpPr>
        <p:spPr>
          <a:xfrm>
            <a:off x="3017520" y="237744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017520" y="2898648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743200" y="2011680"/>
            <a:ext cx="2011680" cy="13716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3611880" y="2606040"/>
            <a:ext cx="274320" cy="1828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8" name="Text 66"/>
          <p:cNvSpPr/>
          <p:nvPr/>
        </p:nvSpPr>
        <p:spPr>
          <a:xfrm>
            <a:off x="3474720" y="237744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474720" y="2898648"/>
            <a:ext cx="5486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- User Module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1188720"/>
            <a:ext cx="54864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8090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2468880" y="1280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BeforeYouSign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60320"/>
            <a:ext cx="0" cy="3657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697480"/>
            <a:ext cx="0" cy="22860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97480"/>
            <a:ext cx="137160" cy="22860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697480"/>
            <a:ext cx="3657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00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1828800"/>
            <a:ext cx="45720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2402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0" y="320040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3474720"/>
            <a:ext cx="0" cy="3657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3611880"/>
            <a:ext cx="0" cy="22860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9640" y="3611880"/>
            <a:ext cx="137160" cy="22860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3611880"/>
            <a:ext cx="3657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4114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1554480"/>
            <a:ext cx="12801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16916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Register/Login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554480"/>
            <a:ext cx="12801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6916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Contract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1554480"/>
            <a:ext cx="12801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6916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Contract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2560320"/>
            <a:ext cx="12801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26974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Analysis Report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03520" y="2560320"/>
            <a:ext cx="12801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6974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89120" y="3566160"/>
            <a:ext cx="12801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3703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Consultation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05840" y="2423160"/>
            <a:ext cx="19202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2423160"/>
            <a:ext cx="37490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2423160"/>
            <a:ext cx="246888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2423160"/>
            <a:ext cx="429768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" y="2423160"/>
            <a:ext cx="3383280" cy="1371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2011680"/>
            <a:ext cx="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383280"/>
            <a:ext cx="0" cy="41148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- AI &amp; Admin Module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1188720"/>
            <a:ext cx="548640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0A896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24688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Administration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60320"/>
            <a:ext cx="0" cy="36576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697480"/>
            <a:ext cx="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97480"/>
            <a:ext cx="13716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697480"/>
            <a:ext cx="3657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00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228600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560320"/>
            <a:ext cx="0" cy="36576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2697480"/>
            <a:ext cx="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2697480"/>
            <a:ext cx="13716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697480"/>
            <a:ext cx="36576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3200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1554480"/>
            <a:ext cx="12801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6916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37760" y="1554480"/>
            <a:ext cx="12801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6916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AI Models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1554480"/>
            <a:ext cx="12801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6916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2560320"/>
            <a:ext cx="12801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974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Payments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0" y="2560320"/>
            <a:ext cx="12801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6974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AI Model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89120" y="3566160"/>
            <a:ext cx="12801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703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Notifications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3566160"/>
            <a:ext cx="128016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703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Database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06240" y="1783080"/>
            <a:ext cx="731520" cy="777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arrow"/>
          </a:ln>
        </p:spPr>
      </p:sp>
      <p:sp>
        <p:nvSpPr>
          <p:cNvPr id="32" name="Text 30"/>
          <p:cNvSpPr/>
          <p:nvPr/>
        </p:nvSpPr>
        <p:spPr>
          <a:xfrm>
            <a:off x="4251960" y="2061972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&lt;&lt;include&gt;&gt;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206240" y="2788920"/>
            <a:ext cx="731520" cy="7772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4251960" y="3067812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&lt;&lt;include&gt;&gt;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80160"/>
            <a:ext cx="384048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5331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19072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Token-based Authentication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947672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29384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Integration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157984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139696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3682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350008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(MFA)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280160"/>
            <a:ext cx="3840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280160"/>
            <a:ext cx="38404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35331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74920" y="1737360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1719072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at Rest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194767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1929384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for Data in Transit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4920" y="21579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2139696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Database Fields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236829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2350008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Storage (S3 with SSE)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2926080"/>
            <a:ext cx="3840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926080"/>
            <a:ext cx="384048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99923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33832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3364992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Sanitization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359359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575304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Prevention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" y="38039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3785616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Protection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401421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3995928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 Implementation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2926080"/>
            <a:ext cx="38404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37760" y="2926080"/>
            <a:ext cx="384048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299923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Security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074920" y="338328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5257800" y="3364992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 (CloudFlare)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74920" y="3593592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5257800" y="3575304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 (WAF)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74920" y="3803904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5257800" y="3785616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Security Audits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74920" y="4014216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6" name="Text 44"/>
          <p:cNvSpPr/>
          <p:nvPr/>
        </p:nvSpPr>
        <p:spPr>
          <a:xfrm>
            <a:off x="5257800" y="3995928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Vulnerability Scanning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(AWS/GCP + Vercel)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280160"/>
            <a:ext cx="69494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280160"/>
            <a:ext cx="146304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3898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&amp; Edge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3898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CDN • Vercel Edge Network • Global Distribution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82880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1097280" y="1920240"/>
            <a:ext cx="69494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1920240"/>
            <a:ext cx="14630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029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0299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on Vercel • Static Assets • Server-Side Rendering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46888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097280" y="2560320"/>
            <a:ext cx="69494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2560320"/>
            <a:ext cx="146304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6700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6700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on AWS EC2/ECS • Auto-scaling Groups • Load Balancer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10896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97280" y="3200400"/>
            <a:ext cx="69494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7280" y="3200400"/>
            <a:ext cx="146304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33101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33101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• Payment Service • Email Service • File Processing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749040"/>
            <a:ext cx="0" cy="1371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97280" y="3840480"/>
            <a:ext cx="694944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7280" y="3840480"/>
            <a:ext cx="146304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395020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39502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• MongoDB Atlas • ElastiCache Redis • S3 Storage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DevOps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371600" y="4754880"/>
            <a:ext cx="16459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48006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4754880"/>
            <a:ext cx="16459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48006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CloudWatch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4754880"/>
            <a:ext cx="16459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48006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Tracking (Sentry)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0" y="4754880"/>
            <a:ext cx="16459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48006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Complete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Architecture for Scalable Contract Intelligence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Modular &amp; Scalable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3611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Comprehensive Data Flow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3840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Robust Security Implementation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4069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Cloud-Native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 Jangiti | srinivasajangiti@gmail.com | +91 8767505121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691</Words>
  <Application>Microsoft Office PowerPoint</Application>
  <PresentationFormat>On-screen Show (16:9)</PresentationFormat>
  <Paragraphs>243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BeforeYouSign - System Design &amp; Flow</dc:title>
  <dc:subject>PptxGenJS Presentation</dc:subject>
  <dc:creator>Srinivas Jangiti</dc:creator>
  <cp:lastModifiedBy>Srinivas Jangiti</cp:lastModifiedBy>
  <cp:revision>2</cp:revision>
  <dcterms:created xsi:type="dcterms:W3CDTF">2026-02-11T05:53:13Z</dcterms:created>
  <dcterms:modified xsi:type="dcterms:W3CDTF">2026-02-11T06:10:24Z</dcterms:modified>
</cp:coreProperties>
</file>